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3108960"/>
            <a:ext cx="2130552" cy="127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GMPT Bot 指令手册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31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ADCFC"/>
                </a:solidFill>
                <a:latin typeface="Calibri"/>
              </a:defRPr>
            </a:pPr>
            <a:r>
              <a:t>Command Reference  v4.0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09AB0"/>
                </a:solidFill>
                <a:latin typeface="Calibri"/>
              </a:defRPr>
            </a:pPr>
            <a:r>
              <a:t>中英双语  |  Bilingual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AB0"/>
                </a:solidFill>
                <a:latin typeface="Calibri"/>
              </a:defRPr>
            </a:pPr>
            <a:r>
              <a:t>Discord Bot for League of Legends Match Management &amp; Community 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C40F"/>
                </a:solidFill>
                <a:latin typeface="Calibri"/>
              </a:defRPr>
            </a:pPr>
            <a:r>
              <a:t>5 Categories  |  100+ Commands  |  80+ Dashboard Buttons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81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⚔️  LOL &amp; 比赛  | 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AB0"/>
                </a:solidFill>
                <a:latin typeface="Calibri"/>
              </a:defRPr>
            </a:pPr>
            <a:r>
              <a:t>League of Legends 比赛管理与对战系统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📋  Slash Commands / 斜杠命令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/gmpt-dashboard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Dashboard main panel / 主面板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/lol-vote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LOL match vote / 比赛投票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/lol-vote-close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Close vote / 关闭投票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/gmpt-queue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Join match queue / 加入排队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/gmpt-leave-queue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Leave queue / 离开队列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/gmpt-queue-status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Queue status / 排队状态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🔘  Dashboard Buttons / 面板按钮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创建比赛 / Create Match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报名 / Sign Up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随机分队 / Shuffle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手动分队 / Assign Teams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结算 / Settle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拉入语音 / Pull Voice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选队长 / Pick Captain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创建赛事 / Create Tournament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赛事报名 / Tournament Sign Up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队长选秀 / Captain Draft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上报比分 / Report Score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赛事排名 / Standings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对阵表 / Bracket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赛事记录 / Tournament History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定时赛事 / Scheduled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09AB0"/>
                </a:solidFill>
                <a:latin typeface="Calibri"/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81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💰  经济系统  | 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AB0"/>
                </a:solidFill>
                <a:latin typeface="Calibri"/>
              </a:defRPr>
            </a:pPr>
            <a:r>
              <a:t>金币、商店、抽奖、拍卖完整经济体系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📋  Slash Commands / 斜杠命令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balance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Check balance / 查看余额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profile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View profile / 查看资料卡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gift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Gift coins / 赠送金币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buy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Buy item / 购买物品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inventory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View inventory / 查看背包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achievements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Achievements / 成就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add-coins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Admin adjust coins / 管理加减金币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bet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Bet on match / 比赛下注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/economy transactions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Transaction history / 交易记录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/gmpt-jobs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Job panel: work/rob/beg/fish/hunt / 打工面板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/gmpt-giveaway-panel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Giveaway panel / 抽奖面板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/gmpt-lottery-panel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Lottery panel / 彩票面板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/gmpt-wheel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Lucky wheel / 幸运转盘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/gmpt-auction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Auction house / 拍卖行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/gmpt-leaderboard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Leaderboard / 排行榜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🔘  Dashboard Buttons / 面板按钮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余额 / Balance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个人资料 / Profile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积分商店 / Shop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我的背包 / Inventory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赠送金币 / Gift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交易记录 / Transactions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成就列表 / Achievements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打工赚钱 / Jobs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抽奖系统 / Giveaway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彩票系统 / Lottery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拍卖行 / Auction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幸运转盘 / Wheel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每日奖励 / Daily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比赛历史 /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09AB0"/>
                </a:solidFill>
                <a:latin typeface="Calibri"/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81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🎮  游戏中心  | 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AB0"/>
                </a:solidFill>
                <a:latin typeface="Calibri"/>
              </a:defRPr>
            </a:pPr>
            <a:r>
              <a:t>21点、老虎机、扑克、赛马等丰富小游戏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📋  Slash Commands / 斜杠命令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/casino blackjack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21点 Blackjack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/casino horserace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赛马 Horse Race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/casino2 slots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老虎机 Slots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/casino2 coinflip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猜硬币 Coin Flip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/gamble diceduel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骰子对决 Dice Duel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/gamble crash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Crash游戏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/gamble scratch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刮刮乐 Scratch Card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/poker start/join/deal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德州扑克 Poker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/gmpt-poker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Poker panel / 扑克面板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/trivia trivia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知识问答 Trivia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/gmpt-guess-champion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猜英雄 Guess Champion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/game banpick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Ban/Pick模拟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/predict create/settle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预测盘 Predict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/meme meme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生成表情包 Meme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🔘  Dashboard Buttons / 面板按钮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老虎机 / Slots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猜硬币 / Coin Flip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知识问答 / Trivia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猜英雄 / Guess Champion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比赛预测 / Predict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表情包 / Meme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虚拟动作 / Actions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掷骰子 / Roll Dice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21点 / Blackjack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轮盘赌 / Roulette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赛马 / Horse Race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Crash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骰子对决 / Dice Duel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刮刮乐 / Scratch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Ban/Pick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德州扑克 / Poker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09AB0"/>
                </a:solidFill>
                <a:latin typeface="Calibri"/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81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👥  社交中心  | 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AB0"/>
                </a:solidFill>
                <a:latin typeface="Calibri"/>
              </a:defRPr>
            </a:pPr>
            <a:r>
              <a:t>宠物、公会、结婚、声望全功能社交系统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📋  Slash Commands / 斜杠命令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/marry propose/accept/divorce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求婚/接受/离婚 Marry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/gmpt-marry-panel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Marriage panel / 结婚面板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/rep give/check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给声望/查声望 Reputation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/gmpt-rep-panel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Reputation panel / 声望面板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/clan create/join/leave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创建/加入/离开公会 Clan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/gmpt-clans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Clan panel / 公会面板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/pet adopt/status/feed/play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领养/状态/喂食/玩耍 Pet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/gmpt-pets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Pet panel / 宠物面板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/action hug/slap/pat/kiss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拥抱/拍打/摸头/亲吻 Actions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/shop sell/list/buy/cancel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市场交易 Marketplace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🔘  Dashboard Buttons / 面板按钮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宠物系统 / Pets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公会系统 / Clans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结婚系统 / Marry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声望系统 / Rep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市场出售 / Sell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市场购买 / Buy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市场列表 / Listings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取消出售 / Cancel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博彩中心 / Gambling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树洞 / Whisper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09AB0"/>
                </a:solidFill>
                <a:latin typeface="Calibri"/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0698480" cy="3810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🔧  管理工具  | 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09AB0"/>
                </a:solidFill>
                <a:latin typeface="Calibri"/>
              </a:defRPr>
            </a:pPr>
            <a:r>
              <a:t>服务器管理、数据导出、赛季控制等管理员功能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📋  Slash Commands / 斜杠命令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/announce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Send announcement / 发送公告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/admin backup/restore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备份/恢复数据 Backup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/admin vc-setup/vc-assign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语音分房设置 VC Setup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/server-stats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Server stats / 服务器统计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/voice voicetime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Voice time / 语音时长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/voice voice-leaderboard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Voice leaderboard / 语音排行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/gmpt-help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Help / 帮助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ADCFC"/>
                </a:solidFill>
                <a:latin typeface="Calibri"/>
              </a:defRPr>
            </a:pPr>
            <a:r>
              <a:t>/gmpt-dashboard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000" b="0">
                <a:solidFill>
                  <a:srgbClr val="909AB0"/>
                </a:solidFill>
                <a:latin typeface="Calibri"/>
              </a:defRPr>
            </a:pPr>
            <a:r>
              <a:t>Dashboard main panel / 主面板入口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C40F"/>
                </a:solidFill>
                <a:latin typeface="Calibri"/>
              </a:defRPr>
            </a:pPr>
            <a:r>
              <a:t>🔘  Dashboard Buttons / 面板按钮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管理面板 / Admin Panel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调整金币 / Adjust Coins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发送公告 / Announce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赛季重置 / Season Reset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导出数据 / Export 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语音排行 / Voice LB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排队状态 / Queue Status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全部玩家 / All Players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MMR排行 / MMR LB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排行榜 / Leaderboard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数据总览 / Stats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段位列表 / Ranks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连胜王 / Win Streak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比赛回放 / Replay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赛后拉入 / Post-Match Pull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每周挑战 / Weekly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排位赛季 / Season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•  赛季面板 / Season Panel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09AB0"/>
                </a:solidFill>
                <a:latin typeface="Calibri"/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